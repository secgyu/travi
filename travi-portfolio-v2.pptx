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4023360" y="1371600"/>
            <a:ext cx="1097280" cy="10972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4023360" y="1463040"/>
            <a:ext cx="1097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📍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0" y="265176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트래비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0" y="333756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4748B"/>
                </a:solidFill>
              </a:rPr>
              <a:t>Travi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1828800" y="3840480"/>
            <a:ext cx="5486400" cy="502920"/>
          </a:xfrm>
          <a:prstGeom prst="round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0" y="38862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E293B"/>
                </a:solidFill>
              </a:rPr>
              <a:t>AI 기반 여행 플래너 - 대화로 쉽게 여행 계획을 세우세요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0" y="452628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2025.11.07 ~ 2025.12.01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정의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여행 계획, 왜 어려울까요?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5486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463040"/>
            <a:ext cx="3931920" cy="146304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7830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🔍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463040" y="17830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정보 과잉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63040" y="2194560"/>
            <a:ext cx="2651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수많은 블로그, 유튜브에서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정보 찾기가 힘듦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463040"/>
            <a:ext cx="3931920" cy="146304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83480" y="17830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📅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760720" y="17830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일정 짜기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760720" y="2194560"/>
            <a:ext cx="2651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동선 최적화, 시간 배분이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복잡하고 어려움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200400"/>
            <a:ext cx="3931920" cy="146304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5204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💰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463040" y="35204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예산 관리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63040" y="3931920"/>
            <a:ext cx="2651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환율 계산, 경비 추적이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번거로움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3200400"/>
            <a:ext cx="3931920" cy="146304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83480" y="35204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😰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5760720" y="35204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결정 장애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760720" y="3931920"/>
            <a:ext cx="2651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너무 많은 선택지로 인한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피로감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솔루션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트래비가 해결합니다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5486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" name="Shape 5"/>
          <p:cNvSpPr/>
          <p:nvPr/>
        </p:nvSpPr>
        <p:spPr>
          <a:xfrm>
            <a:off x="1371600" y="1645920"/>
            <a:ext cx="6400800" cy="914400"/>
          </a:xfrm>
          <a:prstGeom prst="roundRect">
            <a:avLst/>
          </a:prstGeom>
          <a:solidFill>
            <a:srgbClr val="F0FDFA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173736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rgbClr val="0D9488"/>
                </a:solidFill>
              </a:rPr>
              <a:t>"3박 4일 도쿄 여행 일정 만들어줘"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0" y="269748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E293B"/>
                </a:solidFill>
              </a:rPr>
              <a:t>한마디로 완벽한 여행 계획 완성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22960" y="3291840"/>
            <a:ext cx="2468880" cy="1463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383280"/>
            <a:ext cx="2468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🤖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22960" y="3840480"/>
            <a:ext cx="2468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AI 일정 생성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4160520"/>
            <a:ext cx="2468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GPT-4o-mini가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맞춤형 일정 자동 생성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566160" y="3291840"/>
            <a:ext cx="2468880" cy="1463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66160" y="3383280"/>
            <a:ext cx="2468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🗺️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3566160" y="3840480"/>
            <a:ext cx="2468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지도 시각화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566160" y="4160520"/>
            <a:ext cx="2468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Google Maps로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동선 바로 확인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309360" y="3291840"/>
            <a:ext cx="2468880" cy="1463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0" y="3383280"/>
            <a:ext cx="2468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💬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309360" y="3840480"/>
            <a:ext cx="2468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대화형 수정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09360" y="4160520"/>
            <a:ext cx="2468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자연스러운 대화로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일정 수정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주요 기능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5029200"/>
            <a:ext cx="9144000" cy="5486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371600"/>
            <a:ext cx="192024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508760"/>
            <a:ext cx="19202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🤖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2011680"/>
            <a:ext cx="19202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AI 챗봇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2331720"/>
            <a:ext cx="19202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GPT-4o-mini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대화형 일정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560320" y="1371600"/>
            <a:ext cx="192024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0" y="1508760"/>
            <a:ext cx="19202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🗺️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560320" y="2011680"/>
            <a:ext cx="19202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구글 맵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560320" y="2331720"/>
            <a:ext cx="19202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여행지 위치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지도 시각화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54880" y="1371600"/>
            <a:ext cx="192024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1508760"/>
            <a:ext cx="19202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📅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754880" y="2011680"/>
            <a:ext cx="19202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일정 관리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0" y="2331720"/>
            <a:ext cx="19202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여행 계획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CRUD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949440" y="1371600"/>
            <a:ext cx="192024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49440" y="1508760"/>
            <a:ext cx="19202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💰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949440" y="2011680"/>
            <a:ext cx="19202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예산 계산기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949440" y="2331720"/>
            <a:ext cx="19202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경비 관리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환율 계산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3200400"/>
            <a:ext cx="192024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337560"/>
            <a:ext cx="19202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🌤️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365760" y="3840480"/>
            <a:ext cx="19202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날씨 정보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65760" y="4160520"/>
            <a:ext cx="19202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여행지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실시간 날씨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560320" y="3200400"/>
            <a:ext cx="192024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0320" y="3337560"/>
            <a:ext cx="19202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📚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2560320" y="3840480"/>
            <a:ext cx="19202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여행 가이드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560320" y="4160520"/>
            <a:ext cx="19202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20+ 가이드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MDX 콘텐츠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54880" y="3200400"/>
            <a:ext cx="192024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3337560"/>
            <a:ext cx="19202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🏙️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4754880" y="3840480"/>
            <a:ext cx="19202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도시 탐색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754880" y="4160520"/>
            <a:ext cx="19202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12개 인기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여행지 정보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949440" y="3200400"/>
            <a:ext cx="192024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49440" y="3337560"/>
            <a:ext cx="19202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📄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6949440" y="3840480"/>
            <a:ext cx="19202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PDF 저장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949440" y="4160520"/>
            <a:ext cx="19202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일정표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PDF 다운로드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 화면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메인 페이지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54864"/>
          </a:xfrm>
          <a:prstGeom prst="rect">
            <a:avLst/>
          </a:prstGeom>
          <a:solidFill>
            <a:srgbClr val="E2E8F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234440"/>
            <a:ext cx="7315200" cy="3474720"/>
          </a:xfrm>
          <a:prstGeom prst="rect">
            <a:avLst/>
          </a:prstGeom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 플로우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AI 채팅 → 여행 결과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54864"/>
          </a:xfrm>
          <a:prstGeom prst="rect">
            <a:avLst/>
          </a:prstGeom>
          <a:solidFill>
            <a:srgbClr val="E2E8F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280160"/>
            <a:ext cx="3840480" cy="2286000"/>
          </a:xfrm>
          <a:prstGeom prst="rect">
            <a:avLst/>
          </a:prstGeom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pic>
      <p:sp>
        <p:nvSpPr>
          <p:cNvPr id="8" name="Text 5"/>
          <p:cNvSpPr/>
          <p:nvPr/>
        </p:nvSpPr>
        <p:spPr>
          <a:xfrm>
            <a:off x="365760" y="3657600"/>
            <a:ext cx="38404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AI 채팅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160520" y="2194560"/>
            <a:ext cx="822960" cy="3657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7"/>
          <p:cNvSpPr/>
          <p:nvPr/>
        </p:nvSpPr>
        <p:spPr>
          <a:xfrm>
            <a:off x="4160520" y="2148840"/>
            <a:ext cx="822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→</a:t>
            </a:r>
            <a:endParaRPr lang="en-US" sz="20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280160"/>
            <a:ext cx="3840480" cy="2286000"/>
          </a:xfrm>
          <a:prstGeom prst="rect">
            <a:avLst/>
          </a:prstGeom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pic>
      <p:sp>
        <p:nvSpPr>
          <p:cNvPr id="12" name="Text 8"/>
          <p:cNvSpPr/>
          <p:nvPr/>
        </p:nvSpPr>
        <p:spPr>
          <a:xfrm>
            <a:off x="4937760" y="3657600"/>
            <a:ext cx="38404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여행 결과 + 지도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0" y="41148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</a:rPr>
              <a:t>대화 한 번으로 완벽한 여행 일정 + 지도 시각화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반응형 디자인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모바일 최적화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54864"/>
          </a:xfrm>
          <a:prstGeom prst="rect">
            <a:avLst/>
          </a:prstGeom>
          <a:solidFill>
            <a:srgbClr val="E2E8F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0" y="1234440"/>
            <a:ext cx="1645920" cy="2880360"/>
          </a:xfrm>
          <a:prstGeom prst="rect">
            <a:avLst/>
          </a:prstGeom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pic>
      <p:sp>
        <p:nvSpPr>
          <p:cNvPr id="8" name="Text 5"/>
          <p:cNvSpPr/>
          <p:nvPr/>
        </p:nvSpPr>
        <p:spPr>
          <a:xfrm>
            <a:off x="1645920" y="4160520"/>
            <a:ext cx="164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홈</a:t>
            </a:r>
            <a:endParaRPr lang="en-US" sz="10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1234440"/>
            <a:ext cx="1645920" cy="2880360"/>
          </a:xfrm>
          <a:prstGeom prst="rect">
            <a:avLst/>
          </a:prstGeom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pic>
      <p:sp>
        <p:nvSpPr>
          <p:cNvPr id="10" name="Text 6"/>
          <p:cNvSpPr/>
          <p:nvPr/>
        </p:nvSpPr>
        <p:spPr>
          <a:xfrm>
            <a:off x="3657600" y="4160520"/>
            <a:ext cx="164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채팅</a:t>
            </a:r>
            <a:endParaRPr lang="en-US" sz="10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1234440"/>
            <a:ext cx="1645920" cy="2880360"/>
          </a:xfrm>
          <a:prstGeom prst="rect">
            <a:avLst/>
          </a:prstGeom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pic>
      <p:sp>
        <p:nvSpPr>
          <p:cNvPr id="12" name="Text 7"/>
          <p:cNvSpPr/>
          <p:nvPr/>
        </p:nvSpPr>
        <p:spPr>
          <a:xfrm>
            <a:off x="5669280" y="4160520"/>
            <a:ext cx="164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탐색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 스택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5029200"/>
            <a:ext cx="9144000" cy="5486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371600"/>
            <a:ext cx="3931920" cy="365760"/>
          </a:xfrm>
          <a:prstGeom prst="round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716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Frontend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393192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8288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Next.js 16.1  •  React 19  •  TypeScript 5  •  Tailwind CSS 4  •  Radix UI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371600"/>
            <a:ext cx="3931920" cy="365760"/>
          </a:xfrm>
          <a:prstGeom prst="round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13716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Backend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1783080"/>
            <a:ext cx="393192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18288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Supabase  •  NextAuth.js  •  PostgreSQL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108960"/>
            <a:ext cx="3931920" cy="365760"/>
          </a:xfrm>
          <a:prstGeom prst="roundRect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1089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AI &amp; APIs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520440"/>
            <a:ext cx="393192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56616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OpenAI GPT-4o-mini  •  Vercel AI SDK  •  Google Maps API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3108960"/>
            <a:ext cx="3931920" cy="365760"/>
          </a:xfrm>
          <a:prstGeom prst="roundRect">
            <a:avLst/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0" y="31089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기타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54880" y="3520440"/>
            <a:ext cx="393192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356616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TanStack Query  •  jspdf  •  Sentry  •  Vitest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 아키텍처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5029200"/>
            <a:ext cx="9144000" cy="5486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377440"/>
            <a:ext cx="1645920" cy="822960"/>
          </a:xfrm>
          <a:prstGeom prst="round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37744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Client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(Next.js)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51760" y="2377440"/>
            <a:ext cx="1463040" cy="822960"/>
          </a:xfrm>
          <a:prstGeom prst="roundRect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2651760" y="237744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API Routes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0" y="1463040"/>
            <a:ext cx="1645920" cy="822960"/>
          </a:xfrm>
          <a:prstGeom prst="round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146304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OpenAI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GPT-4o-mini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0" y="3108960"/>
            <a:ext cx="1645920" cy="822960"/>
          </a:xfrm>
          <a:prstGeom prst="roundRect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0" y="310896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Supabase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(DB/Auth)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858000" y="2377440"/>
            <a:ext cx="1463040" cy="822960"/>
          </a:xfrm>
          <a:prstGeom prst="roundRect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0" y="237744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Google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Maps API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148840" y="26060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069080" y="17373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↗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069080" y="3200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↘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172200" y="26060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기술적 챌린지 #1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AI 응답을 구조화된 데이터로 파싱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5486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280160"/>
            <a:ext cx="3931920" cy="182880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</a:rPr>
              <a:t>❌ 문제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1691640"/>
            <a:ext cx="35661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• GPT 응답이 자유 형식 텍스트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• 일정 데이터(시간, 장소, 비용)로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  변환하기 어려움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• 응답 형식이 매번 다름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51960" y="20116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D9488"/>
                </a:solidFill>
              </a:rPr>
              <a:t>→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4754880" y="1280160"/>
            <a:ext cx="3931920" cy="182880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✅ 해결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37760" y="1691640"/>
            <a:ext cx="35661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• 정규식 기반 커스텀 파서 개발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• 시스템 프롬프트로 출력 형식 유도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• 파싱 실패 시 기본값 폴백 처리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291840"/>
            <a:ext cx="8229600" cy="1463040"/>
          </a:xfrm>
          <a:prstGeom prst="roundRect">
            <a:avLst/>
          </a:prstGeom>
          <a:solidFill>
            <a:srgbClr val="F0FDFA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3832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💡 구현 상세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3703320"/>
            <a:ext cx="7863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travel-parser.ts에서 "오전/오후 HH:MM - 장소명 (영문명)" 패턴을 정규식으로 매칭합니다.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이동, 소요, 비용 정보는 각 라인에서 키워드 기반으로 추출하고, 일차별로 그룹화하여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DayItinerary[] 타입의 구조화된 데이터로 변환합니다. 파싱 실패 시 createDefaultItinerary()로 폴백합니다.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기술적 챌린지 #2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장소명 → GPS 좌표 자동 변환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5486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280160"/>
            <a:ext cx="3931920" cy="182880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</a:rPr>
              <a:t>❌ 문제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1691640"/>
            <a:ext cx="35661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• AI가 생성한 한글 장소명으로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  정확한 GPS 좌표 얻기 어려움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• 예: "시부야 스크램블 교차로"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  → 좌표?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51960" y="20116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D9488"/>
                </a:solidFill>
              </a:rPr>
              <a:t>→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4754880" y="1280160"/>
            <a:ext cx="3931920" cy="182880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✅ 해결: 3단계 스마트 지오코딩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37760" y="1691640"/>
            <a:ext cx="35661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1. Google Geocoding (영문명+도시)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2. 실패 시 OpenAI로 좌표 추정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3. 최종 실패 시 도시 중심 폴백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+ 결과 캐싱으로 API 호출 최소화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291840"/>
            <a:ext cx="8229600" cy="1463040"/>
          </a:xfrm>
          <a:prstGeom prst="roundRect">
            <a:avLst/>
          </a:prstGeom>
          <a:solidFill>
            <a:srgbClr val="F0FDFA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3832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💡 구현 상세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3703320"/>
            <a:ext cx="7863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smart-geocoding.ts의 smartGeocode() 함수가 핵심입니다. 먼저 영문명(subtitle)과 도시명을 조합해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Google Geocoding API를 호출하고, 결과의 types(point_of_interest, establishment 등)로 신뢰도를 판단합니다.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신뢰도가 낮으면 OpenAI에 좌표를 질의하고, Map 자료구조로 결과를 캐싱해 중복 호출을 방지합니다.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기술적 챌린지 #3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Google Maps 커스텀 마커 구현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5486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280160"/>
            <a:ext cx="3931920" cy="182880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</a:rPr>
              <a:t>❌ 문제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1691640"/>
            <a:ext cx="35661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• 기본 빨간 마커로는 일정 순서를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  시각적으로 표현하기 어려움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• 현재 선택된 장소 강조 필요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• 마커 클릭 인터랙션 구현 필요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51960" y="20116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D9488"/>
                </a:solidFill>
              </a:rPr>
              <a:t>→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4754880" y="1280160"/>
            <a:ext cx="3931920" cy="182880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✅ 해결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37760" y="1691640"/>
            <a:ext cx="35661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• AdvancedMarkerElement로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  커스텀 DOM 마커 생성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• 숫자 표시 원형 마커 (1,2,3...)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• 선택 시 크기/색상/zIndex 변경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291840"/>
            <a:ext cx="8229600" cy="1463040"/>
          </a:xfrm>
          <a:prstGeom prst="roundRect">
            <a:avLst/>
          </a:prstGeom>
          <a:solidFill>
            <a:srgbClr val="F0FDFA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3832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💡 구현 상세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3703320"/>
            <a:ext cx="7863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GoogleMap.tsx에서 createMarkerContent() 함수가 HTMLDivElement를 동적 생성합니다.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선택 여부(isSelected)에 따라 크기(34px↔42px), 배경색(white↔mint), border 두께를 조절하고,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zIndex를 1000으로 설정해 선택된 마커가 항상 최상단에 표시되도록 합니다.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기술적 챌린지 #4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클라이언트 사이드 PDF 생성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5486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280160"/>
            <a:ext cx="3931920" cy="182880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</a:rPr>
              <a:t>❌ 문제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1691640"/>
            <a:ext cx="35661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• 여행 일정을 PDF로 저장하고 싶음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• 서버 없이 클라이언트에서 생성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• 여러 페이지 분할 처리 필요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• 한글 폰트 지원 필요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51960" y="20116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D9488"/>
                </a:solidFill>
              </a:rPr>
              <a:t>→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4754880" y="1280160"/>
            <a:ext cx="3931920" cy="182880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✅ 해결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37760" y="1691640"/>
            <a:ext cx="35661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• 숨겨진 iframe에 HTML 렌더링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• html2canvas → Canvas 변환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• jsPDF → PDF 변환 및 저장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• A4 페이지 자동 분할 처리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291840"/>
            <a:ext cx="8229600" cy="1463040"/>
          </a:xfrm>
          <a:prstGeom prst="roundRect">
            <a:avLst/>
          </a:prstGeom>
          <a:solidFill>
            <a:srgbClr val="F0FDFA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3832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💡 구현 상세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3703320"/>
            <a:ext cx="7863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use-pdf-download.ts 커스텀 훅에서 처리합니다. 화면 밖(-9999px)에 iframe을 생성하고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여행 일정을 HTML로 렌더링한 뒤, html2canvas(scale: 2)로 고해상도 캡처합니다.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A4 크기(210x297mm) 기준으로 heightLeft를 계산해 여러 페이지로 자동 분할합니다.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배운 점 &amp; 성과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5029200"/>
            <a:ext cx="9144000" cy="5486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371600"/>
            <a:ext cx="8229600" cy="54864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365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141732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Next.js 16 App Router와 Server Components 활용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057400"/>
            <a:ext cx="822960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103120"/>
            <a:ext cx="365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</a:rPr>
              <a:t>✓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210312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Vercel AI SDK를 활용한 실시간 스트리밍 채팅 구현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743200"/>
            <a:ext cx="8229600" cy="54864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788920"/>
            <a:ext cx="365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97280" y="278892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Supabase를 활용한 풀스택 개발 경험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429000"/>
            <a:ext cx="822960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474720"/>
            <a:ext cx="365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</a:rPr>
              <a:t>✓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97280" y="347472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TypeScript로 타입 안전한 API 설계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4114800"/>
            <a:ext cx="8229600" cy="54864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4160520"/>
            <a:ext cx="365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</a:rPr>
              <a:t>✓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97280" y="416052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사용자 중심의 UI/UX 설계 경험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18288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감사합니다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0" y="265176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0FDFA"/>
                </a:solidFill>
              </a:rPr>
              <a:t>AI와 함께하는 새로운 여행 경험, 트래비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200400" y="3200400"/>
            <a:ext cx="2743200" cy="182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34747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0FDFA"/>
                </a:solidFill>
              </a:rPr>
              <a:t>📧 your.email@example.com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0FDFA"/>
                </a:solidFill>
              </a:rPr>
              <a:t>🔗 github.com/yourusername/travi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트래비 (Travi) - AI 기반 여행 플래너</dc:title>
  <dc:subject>포트폴리오 프레젠테이션</dc:subject>
  <dc:creator>Travi Team</dc:creator>
  <cp:lastModifiedBy>Travi Team</cp:lastModifiedBy>
  <cp:revision>1</cp:revision>
  <dcterms:created xsi:type="dcterms:W3CDTF">2026-01-17T13:49:55Z</dcterms:created>
  <dcterms:modified xsi:type="dcterms:W3CDTF">2026-01-17T13:49:55Z</dcterms:modified>
</cp:coreProperties>
</file>