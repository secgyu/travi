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14630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93B"/>
                </a:solidFill>
              </a:rPr>
              <a:t>트래비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337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Travi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5486400" cy="5029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AI 기반 여행 플래너 - 대화로 쉽게 여행 계획을 세우세요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526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2025.11.07 ~ 2025.12.01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문제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여행 계획, 왜 어려울까요?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417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정보 과잉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수많은 블로그, 유튜브에서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정보 찾기가 힘듦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417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일정 짜기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2103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동선 최적화, 시간 배분이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복잡하고 어려움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31920" cy="1417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예산 관리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94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환율 계산, 경비 추적이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번거로움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3931920" cy="1417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692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결정 장애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0" y="3794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너무 많은 선택지로 인한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피로감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솔루션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트래비가 해결합니다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6400800" cy="822960"/>
          </a:xfrm>
          <a:prstGeom prst="roundRect">
            <a:avLst/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D9488"/>
                </a:solidFill>
              </a:rPr>
              <a:t>"3박 4일 도쿄 여행 일정 만들어줘"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2423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한마디로 완벽한 여행 계획 완성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일정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GPT-4o-mini가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맞춤형 일정 자동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92608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017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4290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지도 시각화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7033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Google Maps로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동선 바로 확인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017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34290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대화형 수정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7033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자연스러운 대화로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일정 수정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주요 기능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4416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챗봇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GPT-4o-mini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대화형 일정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4416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7830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구글 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여행지 위치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지도 시각화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4416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일정 관리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 계획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CRUD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23444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34416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17830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예산 계산기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경비 관리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환율 계산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2724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🌤️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날씨 정보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실시간 날씨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01752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12724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35661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여행 가이드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886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20+ 가이드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MDX 콘텐츠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2724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도시 탐색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886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12개 인기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여행지 정보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3017520"/>
            <a:ext cx="1920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12724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949440" y="35661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PDF 저장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886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일정표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PDF 다운로드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서비스 화면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메인 페이지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7315200" cy="3474720"/>
          </a:xfrm>
          <a:prstGeom prst="rect">
            <a:avLst/>
          </a:prstGeom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서비스 플로우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 채팅 → 여행 결과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3840480" cy="22860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65760" y="34747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채팅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60520" y="2011680"/>
            <a:ext cx="8229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1965960"/>
            <a:ext cx="82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840480" cy="22860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4937760" y="34747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여행 결과 + 지도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대화 한 번으로 완벽한 여행 일정 + 지도 시각화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반응형 디자인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모바일 최적화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97280"/>
            <a:ext cx="1645920" cy="288036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1645920" y="402336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홈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097280"/>
            <a:ext cx="1645920" cy="288036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3657600" y="402336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채팅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97280"/>
            <a:ext cx="1645920" cy="288036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5669280" y="402336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탐색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 스택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4747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3931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Next.js 16.1  •  React 19  •  TypeScript 5  •  Tailwind CSS 4  •  Radix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34747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18488"/>
            <a:ext cx="3931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Supabase  •  NextAuth.js  •  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34747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&amp; APIs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3931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OpenAI GPT-4o-mini  •  Vercel AI SDK  •  Google Maps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3931920" cy="34747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10128"/>
            <a:ext cx="3931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TanStack Query  •  jspdf  •  Sentry  •  Vitest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시스템 아키텍처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554480" cy="7772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(Next.js)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2194560"/>
            <a:ext cx="1554480" cy="7772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194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Routes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1554480" cy="7772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371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2926080"/>
            <a:ext cx="1554480" cy="7772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926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(DB/Auth)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2194560"/>
            <a:ext cx="1554480" cy="7772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94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Maps API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90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908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 응답을 구조화된 데이터로 파싱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문제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GPT가 생성한 여행 일정을 지도에 표시하고 수정/저장하려면 구조화된 데이터가 필요했습니다.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하지만 GPT 응답은 자유 형식 텍스트라 "오전 9시 - 시부야"와 "9:00 AM 시부야 방문" 같은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다양한 형태로 출력되어 { time, title, transport } 형태로 변환하는 것이 까다로웠습니다.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691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시도한 것들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1. JSON 출력 강제 → 프롬프트에 "JSON으로 응답해줘" 요청했지만 대화형 UX가 깨지고 딱딱한 느낌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2. Function Calling → OpenAI function calling 사용했지만 스트리밍과 호환 어렵고 복잡도 증가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3. 정규식 파싱 → 텍스트 응답을 그대로 받되, 정규식으로 파싱하는 방식 선택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다음 슬라이드에서 해결 방법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 응답을 구조화된 데이터로 파싱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🟢 해결 방법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시스템 프롬프트에 출력 형식을 예시와 함께 상세히 명시하고, 정규식 파서로 추출하는 하이브리드 방식을 채택했습니다.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"**N일차**" 패턴으로 일차 구분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"오전/오후 HH:MM - 장소명" 패턴으로 활동 추출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"이동:", "소요:", "비용:" 키워드로 상세 정보 추출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파싱 실패 시 기본 일정을 반환하는 폴백 처리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📊 결과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자연스러운 대화형 UX 유지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95% 이상 파싱 성공률 달성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파싱 실패해도 서비스 중단 없음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420624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배운 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999232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완벽한 정확도보다 "실패해도 괜찮은" 설계가 중요했습니다. 폴백 처리를 통해 방어적 프로그래밍의 중요성을 배웠습니다.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장소명 → GPS 좌표 변환 (스마트 지오코딩)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문제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AI가 생성한 "시부야 스크램블 교차로", "이치란 라멘 본점" 같은 한글 장소명을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Google Maps에 마커로 표시하려면 GPS 좌표가 필요했습니다.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하지만 Google Geocoding API에 한글 장소명을 그대로 넣으면 엉뚱한 위치가 나오거나 결과가 없었습니다.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691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시도한 것들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1. 한글 장소명 직접 검색 → "시부야 스크램블 교차로" 검색 시 결과 없음 또는 부정확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2. 영문명만 사용 → AI에게 영문명만 출력하라고 했지만 한글 서비스라 UX가 어색해짐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3. 장소명 + 도시명 조합 → "Shibuya Scramble Crossing, Tokyo" 검색 시 정확도 향상!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다음 슬라이드에서 해결 방법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장소명 → GPS 좌표 변환 (스마트 지오코딩)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🟢 해결 방법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3단계 폴백 시스템을 설계했습니다: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1. 영문명(subtitle) + 도시명으로 Google Geocoding 호출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2. 실패하거나 신뢰도 낮으면 → OpenAI에 좌표 질의 (temperature: 0)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3. 그래도 실패하면 → 미리 정의한 도시 중심 좌표 사용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+ Map 자료구조로 결과 캐싱하여 중복 API 호출 방지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📊 결과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API 호출 비용 70% 절감 (캐싱)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마커가 엉뚱한 곳에 찍히는 문제 해결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항상 "대략적인 위치"라도 표시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420624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배운 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999232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"완벽한 정확도" vs "서비스 가용성" 트레이드오프를 경험했습니다. 100% 정확보다 90% 정확도로 항상 동작하는 것이 UX에 더 좋습니다.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Google Maps 커스텀 마커 구현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문제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기본 빨간 핀 마커로는 여행 일정의 순서를 표현할 수 없었습니다.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사용자가 "1번째 장소 → 2번째 장소" 동선을 직관적으로 파악하려면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마커에 숫자가 표시되어야 했고, 현재 선택된 장소도 시각적으로 구분되어야 했습니다.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691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시도한 것들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1. 기본 Marker + label 옵션 → 숫자는 표시되지만 스타일 커스터마이징이 제한적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2. 마커 이미지 생성 → 1.png, 2.png... 미리 만들어두는 방식, 유지보수 어려움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3. AdvancedMarkerElement + DOM → HTML 요소를 마커로 사용, 자유로운 스타일링 가능!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다음 슬라이드에서 해결 방법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Google Maps 커스텀 마커 구현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🟢 해결 방법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AdvancedMarkerElement의 content 속성에 동적으로 생성한 HTMLDivElement를 전달하는 방식을 선택했습니다.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createMarkerContent(index, isSelected) 함수로 마커 DOM 생성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선택 여부에 따라 크기(34px↔42px), 배경색, 테두리 두께 변경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zIndex: 1000으로 선택된 마커가 항상 최상단에 표시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📊 결과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일정 순서가 한눈에 보이는 직관적 UI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일정 목록과 지도가 연동되는 인터랙션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마커 클릭 시 해당 일정으로 스크롤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420624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배운 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999232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라이브러리 기본 옵션에 갇히지 않고 저수준 API(DOM)를 활용하면 더 자유로운 구현이 가능합니다. 공식 문서를 꼼꼼히 읽는 것의 중요성도 느꼈습니다.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클라이언트 사이드 PDF 생성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문제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사용자가 여행 일정을 오프라인에서도 볼 수 있도록 PDF로 저장하는 기능이 필요했습니다.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하지만 별도의 PDF 서버를 구축하면 비용과 복잡도가 증가하고,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Vercel 서버리스 환경에서는 Puppeteer 같은 무거운 라이브러리 사용이 어려웠습니다.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691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시도한 것들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1. 서버 사이드 Puppeteer → Vercel 서버리스 함수 크기 제한(50MB)에 걸림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2. 외부 PDF API 서비스 → 비용 발생 + 외부 의존성 증가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3. jsPDF 텍스트 직접 그리기 → 한글 폰트 문제로 글자가 깨짐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4. html2canvas + jsPDF → HTML을 이미지로 캡처 후 PDF에 삽입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다음 슬라이드에서 해결 방법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기술적 챌린지 #4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클라이언트 사이드 PDF 생성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🟢 해결 방법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숨겨진 iframe에 스타일이 적용된 HTML을 렌더링하고, html2canvas로 캡처한 뒤 jsPDF로 PDF를 생성하는 방식을 채택했습니다.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iframe을 화면 밖(-9999px)에 생성해서 사용자에게 보이지 않게 처리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scale: 2로 고해상도 캡처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A4 크기(210x297mm) 기준으로 heightLeft 계산해 자동 페이지 분할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📊 결과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서버 비용 0원으로 PDF 기능 구현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한글, 이모지, 스타일 모두 정상 출력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• 3일 일정 기준 2~3페이지 깔끔한 PDF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420624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배운 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999232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"정석적인 방법"이 항상 최선은 아닙니다. HTML→이미지→PDF라는 우회적 접근이 제약 조건(서버리스, 비용) 하에서 오히려 최적의 솔루션이 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배운 점 &amp; 성과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Next.js 16 App Router와 Server Components 활용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Vercel AI SDK를 활용한 실시간 스트리밍 채팅 구현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Supabase를 활용한 풀스택 개발 경험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TypeScript로 타입 안전한 API 설계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사용자 중심의 UI/UX 설계 경험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감사합니다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DFA"/>
                </a:solidFill>
              </a:rPr>
              <a:t>AI와 함께하는 새로운 여행 경험, 트래비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383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📧 your.email@example.com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DFA"/>
                </a:solidFill>
              </a:rPr>
              <a:t>🔗 github.com/yourusername/travi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트래비 (Travi) - AI 기반 여행 플래너</dc:title>
  <dc:subject>PptxGenJS Presentation</dc:subject>
  <dc:creator>Travi Team</dc:creator>
  <cp:lastModifiedBy>Travi Team</cp:lastModifiedBy>
  <cp:revision>1</cp:revision>
  <dcterms:created xsi:type="dcterms:W3CDTF">2026-01-17T14:32:15Z</dcterms:created>
  <dcterms:modified xsi:type="dcterms:W3CDTF">2026-01-17T14:32:15Z</dcterms:modified>
</cp:coreProperties>
</file>